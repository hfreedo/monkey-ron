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7e5d2badcd40e8" /><Relationship Type="http://schemas.openxmlformats.org/officeDocument/2006/relationships/extended-properties" Target="/docProps/app.xml" Id="Rcc1e58e1ed1b46a1" /><Relationship Type="http://schemas.openxmlformats.org/officeDocument/2006/relationships/officeDocument" Target="/ppt/presentation.xml" Id="R397f7b573092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84ea84bd6497c"/>
  </p:sldMasterIdLst>
  <p:notesMasterIdLst>
    <p:notesMasterId xmlns:r="http://schemas.openxmlformats.org/officeDocument/2006/relationships" r:id="Rffc4c7708c294aee"/>
  </p:notesMasterIdLst>
  <p:sldIdLst>
    <p:sldId xmlns:r="http://schemas.openxmlformats.org/officeDocument/2006/relationships" id="256" r:id="R24841564e3b64a00"/>
    <p:sldId xmlns:r="http://schemas.openxmlformats.org/officeDocument/2006/relationships" id="257" r:id="Rd728421832cd4487"/>
    <p:sldId xmlns:r="http://schemas.openxmlformats.org/officeDocument/2006/relationships" id="258" r:id="Rfc51a3c160b54aba"/>
    <p:sldId xmlns:r="http://schemas.openxmlformats.org/officeDocument/2006/relationships" id="259" r:id="Rdcff1032183c4232"/>
    <p:sldId xmlns:r="http://schemas.openxmlformats.org/officeDocument/2006/relationships" id="260" r:id="R8e9146321f8d42f5"/>
    <p:sldId xmlns:r="http://schemas.openxmlformats.org/officeDocument/2006/relationships" id="261" r:id="R29b4e8095e83478d"/>
    <p:sldId xmlns:r="http://schemas.openxmlformats.org/officeDocument/2006/relationships" id="262" r:id="Rd30c974a7c524294"/>
    <p:sldId xmlns:r="http://schemas.openxmlformats.org/officeDocument/2006/relationships" id="263" r:id="R9a73a9e3d2334b98"/>
    <p:sldId xmlns:r="http://schemas.openxmlformats.org/officeDocument/2006/relationships" id="264" r:id="R6801acf4a80149fe"/>
    <p:sldId xmlns:r="http://schemas.openxmlformats.org/officeDocument/2006/relationships" id="265" r:id="R7ccf1ddf455c48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654b639f83411f" /><Relationship Type="http://schemas.openxmlformats.org/officeDocument/2006/relationships/slideMaster" Target="/ppt/slideMasters/slideMaster1.xml" Id="Re1584ea84bd6497c" /><Relationship Type="http://schemas.openxmlformats.org/officeDocument/2006/relationships/notesMaster" Target="/ppt/notesMasters/notesMaster1.xml" Id="Rffc4c7708c294aee" /><Relationship Type="http://schemas.openxmlformats.org/officeDocument/2006/relationships/presProps" Target="/ppt/presProps.xml" Id="R499b976abbb44d29" /><Relationship Type="http://schemas.openxmlformats.org/officeDocument/2006/relationships/tableStyles" Target="/ppt/tableStyles.xml" Id="Rc2c11558baf34673" /><Relationship Type="http://schemas.openxmlformats.org/officeDocument/2006/relationships/slide" Target="/ppt/slides/slide1.xml" Id="R24841564e3b64a00" /><Relationship Type="http://schemas.openxmlformats.org/officeDocument/2006/relationships/slide" Target="/ppt/slides/slide2.xml" Id="Rd728421832cd4487" /><Relationship Type="http://schemas.openxmlformats.org/officeDocument/2006/relationships/slide" Target="/ppt/slides/slide3.xml" Id="Rfc51a3c160b54aba" /><Relationship Type="http://schemas.openxmlformats.org/officeDocument/2006/relationships/slide" Target="/ppt/slides/slide4.xml" Id="Rdcff1032183c4232" /><Relationship Type="http://schemas.openxmlformats.org/officeDocument/2006/relationships/slide" Target="/ppt/slides/slide5.xml" Id="R8e9146321f8d42f5" /><Relationship Type="http://schemas.openxmlformats.org/officeDocument/2006/relationships/slide" Target="/ppt/slides/slide6.xml" Id="R29b4e8095e83478d" /><Relationship Type="http://schemas.openxmlformats.org/officeDocument/2006/relationships/slide" Target="/ppt/slides/slide7.xml" Id="Rd30c974a7c524294" /><Relationship Type="http://schemas.openxmlformats.org/officeDocument/2006/relationships/slide" Target="/ppt/slides/slide8.xml" Id="R9a73a9e3d2334b98" /><Relationship Type="http://schemas.openxmlformats.org/officeDocument/2006/relationships/slide" Target="/ppt/slides/slide9.xml" Id="R6801acf4a80149fe" /><Relationship Type="http://schemas.openxmlformats.org/officeDocument/2006/relationships/slide" Target="/ppt/slides/slide10.xml" Id="R7ccf1ddf455c48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232ecfe46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26fcc1b1646e7" /><Relationship Type="http://schemas.openxmlformats.org/officeDocument/2006/relationships/notesMaster" Target="/ppt/notesMasters/notesMaster1.xml" Id="Rb7eed5fadd6d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11f9fda534170" /><Relationship Type="http://schemas.openxmlformats.org/officeDocument/2006/relationships/notesMaster" Target="/ppt/notesMasters/notesMaster1.xml" Id="R56329b992c81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6265c193249d7" /><Relationship Type="http://schemas.openxmlformats.org/officeDocument/2006/relationships/notesMaster" Target="/ppt/notesMasters/notesMaster1.xml" Id="R6723aa94988446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ca0de8920443a" /><Relationship Type="http://schemas.openxmlformats.org/officeDocument/2006/relationships/notesMaster" Target="/ppt/notesMasters/notesMaster1.xml" Id="Ref9cee04d2894f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03b5d343d24654" /><Relationship Type="http://schemas.openxmlformats.org/officeDocument/2006/relationships/notesMaster" Target="/ppt/notesMasters/notesMaster1.xml" Id="R2e223e8938ac43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e311d6d0c540c5" /><Relationship Type="http://schemas.openxmlformats.org/officeDocument/2006/relationships/notesMaster" Target="/ppt/notesMasters/notesMaster1.xml" Id="Rcb2e5229f55946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2f871962d1420b" /><Relationship Type="http://schemas.openxmlformats.org/officeDocument/2006/relationships/notesMaster" Target="/ppt/notesMasters/notesMaster1.xml" Id="Rbf78447bd83c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3e5cdef89c4fbc" /><Relationship Type="http://schemas.openxmlformats.org/officeDocument/2006/relationships/notesMaster" Target="/ppt/notesMasters/notesMaster1.xml" Id="Rf1552f7a764d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c2866a5a0463d" /><Relationship Type="http://schemas.openxmlformats.org/officeDocument/2006/relationships/notesMaster" Target="/ppt/notesMasters/notesMaster1.xml" Id="R7dc4ab62446a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ad88c18c6d4f84" /><Relationship Type="http://schemas.openxmlformats.org/officeDocument/2006/relationships/notesMaster" Target="/ppt/notesMasters/notesMaster1.xml" Id="R80f94f4456da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C:\Users\Soul Hoshi\Documents\ChatGPT\PAL - Desarrollo de videojuegos\Entregas\Actuales\Monkey_Ron\Proyecto\Monkey_Ron_demo_v5.capx. Reglas cotejadas con las hojas de eventos del CAPX v5 y la ayuda de juego. Las imágenes son recursos o ilustraciones de apoyo; no son evidencia de una partida ejecutada.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8beac4fee40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9c2e23bb448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d737ad2ef4a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6390b93de4c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c455e53a246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c3b2513fb43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3C2AF-4F22-4BA2-BA1C-69CC71FC5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3F9DE7-5FCE-421B-AB78-D72790AD3B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0150A1-64A5-4951-B875-9546CD16C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82B325-4EE7-473F-8224-B679C5DD0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7E3D6D-CF04-4AEE-9C4C-B4EBDC1712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0E4081-DB7A-40F5-BD08-E864004E6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076F8-5CEA-4A2F-BDC7-BC127AEE69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4279F8-C356-4285-B025-4ECE284C4C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E15457-B855-48BF-9E93-CC8BCA31A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9153A1-BC06-45C5-A151-13E38480F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c4b8cbc8f4857" /><Relationship Type="http://schemas.openxmlformats.org/officeDocument/2006/relationships/slideLayout" Target="/ppt/slideLayouts/slideLayout1.xml" Id="Rbcba153f0c864308" /><Relationship Type="http://schemas.openxmlformats.org/officeDocument/2006/relationships/slideLayout" Target="/ppt/slideLayouts/slideLayout2.xml" Id="R02c036402a544a6a" /><Relationship Type="http://schemas.openxmlformats.org/officeDocument/2006/relationships/slideLayout" Target="/ppt/slideLayouts/slideLayout3.xml" Id="R4e9a4303f97843fc" /><Relationship Type="http://schemas.openxmlformats.org/officeDocument/2006/relationships/slideLayout" Target="/ppt/slideLayouts/slideLayout4.xml" Id="R7e745cd6c8494917" /><Relationship Type="http://schemas.openxmlformats.org/officeDocument/2006/relationships/slideLayout" Target="/ppt/slideLayouts/slideLayout5.xml" Id="Rd00632a6ec11409c" /><Relationship Type="http://schemas.openxmlformats.org/officeDocument/2006/relationships/slideLayout" Target="/ppt/slideLayouts/slideLayout6.xml" Id="Rcbf1e62134f8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a153f0c864308"/>
    <p:sldLayoutId xmlns:r="http://schemas.openxmlformats.org/officeDocument/2006/relationships" id="2147483650" r:id="R02c036402a544a6a"/>
    <p:sldLayoutId xmlns:r="http://schemas.openxmlformats.org/officeDocument/2006/relationships" id="2147483651" r:id="R4e9a4303f97843fc"/>
    <p:sldLayoutId xmlns:r="http://schemas.openxmlformats.org/officeDocument/2006/relationships" id="2147483652" r:id="R7e745cd6c8494917"/>
    <p:sldLayoutId xmlns:r="http://schemas.openxmlformats.org/officeDocument/2006/relationships" id="2147483653" r:id="Rd00632a6ec11409c"/>
    <p:sldLayoutId xmlns:r="http://schemas.openxmlformats.org/officeDocument/2006/relationships" id="2147483654" r:id="Rcbf1e62134f8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2e5df815eee4f0a" /><ns0:Relationship Type="http://schemas.openxmlformats.org/officeDocument/2006/relationships/image" Target="/ppt/media/image.png" Id="R06f5288446c14439" /><ns0:Relationship Type="http://schemas.openxmlformats.org/officeDocument/2006/relationships/image" Target="/ppt/media/image2.png" Id="R325230ce4f8d4042" /><ns0:Relationship Type="http://schemas.openxmlformats.org/officeDocument/2006/relationships/notesSlide" Target="/ppt/notesSlides/notesSlide1.xml" Id="R63b2d499862c4fe8" /><ns0:Relationship Id="rIdNav1" Type="http://schemas.openxmlformats.org/officeDocument/2006/relationships/slide" Target="slide2.xm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d8a83deff8443b7" /><ns0:Relationship Type="http://schemas.openxmlformats.org/officeDocument/2006/relationships/image" Target="/ppt/media/image3.png" Id="R082d23dddd834198" /><ns0:Relationship Type="http://schemas.openxmlformats.org/officeDocument/2006/relationships/notesSlide" Target="/ppt/notesSlides/notesSlide2.xml" Id="Rb4286496c6ea4664" /><ns0:Relationship Id="rIdNav2" Type="http://schemas.openxmlformats.org/officeDocument/2006/relationships/slide" Target="slide3.xml" /><ns0:Relationship Id="rIdNav3" Type="http://schemas.openxmlformats.org/officeDocument/2006/relationships/slide" Target="slide4.xml" /><ns0:Relationship Id="rIdNav4" Type="http://schemas.openxmlformats.org/officeDocument/2006/relationships/slide" Target="slide5.xml" /><ns0:Relationship Id="rIdNav5" Type="http://schemas.openxmlformats.org/officeDocument/2006/relationships/slide" Target="slide6.xml" /><ns0:Relationship Id="rIdNav6" Type="http://schemas.openxmlformats.org/officeDocument/2006/relationships/slide" Target="slide7.xml" /><ns0:Relationship Id="rIdNav7" Type="http://schemas.openxmlformats.org/officeDocument/2006/relationships/slide" Target="slide8.xml" /><ns0:Relationship Id="rIdNav8" Type="http://schemas.openxmlformats.org/officeDocument/2006/relationships/slide" Target="slide9.xml" /><ns0:Relationship Id="rIdNav9" Type="http://schemas.openxmlformats.org/officeDocument/2006/relationships/slide" Target="slide10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42008e941ea4092" /><ns0:Relationship Type="http://schemas.openxmlformats.org/officeDocument/2006/relationships/image" Target="/ppt/media/image4.png" Id="Rb62f5567ef66434f" /><ns0:Relationship Type="http://schemas.openxmlformats.org/officeDocument/2006/relationships/image" Target="/ppt/media/image5.png" Id="R7ae27456198c4112" /><ns0:Relationship Type="http://schemas.openxmlformats.org/officeDocument/2006/relationships/notesSlide" Target="/ppt/notesSlides/notesSlide3.xml" Id="Rbf7b864c7c674855" /><ns0:Relationship Id="rIdNav10" Type="http://schemas.openxmlformats.org/officeDocument/2006/relationships/slide" Target="slide2.xml" /><ns0:Relationship Id="rIdNav11" Type="http://schemas.openxmlformats.org/officeDocument/2006/relationships/slide" Target="slide2.xml" /><ns0:Relationship Id="rIdNav12" Type="http://schemas.openxmlformats.org/officeDocument/2006/relationships/slide" Target="slide4.xm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3a5e6ff74b24913" /><ns0:Relationship Type="http://schemas.openxmlformats.org/officeDocument/2006/relationships/image" Target="/ppt/media/image6.png" Id="R7ce06180b25540be" /><ns0:Relationship Type="http://schemas.openxmlformats.org/officeDocument/2006/relationships/notesSlide" Target="/ppt/notesSlides/notesSlide4.xml" Id="Ra05a54d9616a4f8e" /><ns0:Relationship Id="rIdNav13" Type="http://schemas.openxmlformats.org/officeDocument/2006/relationships/slide" Target="slide2.xml" /><ns0:Relationship Id="rIdNav14" Type="http://schemas.openxmlformats.org/officeDocument/2006/relationships/slide" Target="slide3.xml" /><ns0:Relationship Id="rIdNav15" Type="http://schemas.openxmlformats.org/officeDocument/2006/relationships/slide" Target="slide5.xm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b4be5f41dd14e74" /><ns0:Relationship Type="http://schemas.openxmlformats.org/officeDocument/2006/relationships/image" Target="/ppt/media/image7.png" Id="R289a184a90c543b8" /><ns0:Relationship Type="http://schemas.openxmlformats.org/officeDocument/2006/relationships/image" Target="/ppt/media/image8.png" Id="R7a5648322faa4a06" /><ns0:Relationship Type="http://schemas.openxmlformats.org/officeDocument/2006/relationships/image" Target="/ppt/media/image9.png" Id="R2ce52221136f4b10" /><ns0:Relationship Type="http://schemas.openxmlformats.org/officeDocument/2006/relationships/notesSlide" Target="/ppt/notesSlides/notesSlide5.xml" Id="R62f83f6ed0454390" /><ns0:Relationship Id="rIdNav16" Type="http://schemas.openxmlformats.org/officeDocument/2006/relationships/slide" Target="slide2.xml" /><ns0:Relationship Id="rIdNav17" Type="http://schemas.openxmlformats.org/officeDocument/2006/relationships/slide" Target="slide4.xml" /><ns0:Relationship Id="rIdNav18" Type="http://schemas.openxmlformats.org/officeDocument/2006/relationships/slide" Target="slide6.xm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267684b1a064fb5" /><ns0:Relationship Type="http://schemas.openxmlformats.org/officeDocument/2006/relationships/image" Target="/ppt/media/image10.png" Id="R0593207887d84637" /><ns0:Relationship Type="http://schemas.openxmlformats.org/officeDocument/2006/relationships/notesSlide" Target="/ppt/notesSlides/notesSlide6.xml" Id="R7ba5b74658da4266" /><ns0:Relationship Id="rIdNav19" Type="http://schemas.openxmlformats.org/officeDocument/2006/relationships/slide" Target="slide2.xml" /><ns0:Relationship Id="rIdNav20" Type="http://schemas.openxmlformats.org/officeDocument/2006/relationships/slide" Target="slide5.xml" /><ns0:Relationship Id="rIdNav21" Type="http://schemas.openxmlformats.org/officeDocument/2006/relationships/slide" Target="slide7.xm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9ca4fdb0ced4637" /><ns0:Relationship Type="http://schemas.openxmlformats.org/officeDocument/2006/relationships/image" Target="/ppt/media/image11.png" Id="R039ee2a7cb18454b" /><ns0:Relationship Type="http://schemas.openxmlformats.org/officeDocument/2006/relationships/notesSlide" Target="/ppt/notesSlides/notesSlide7.xml" Id="R7d50263ffb5b4702" /><ns0:Relationship Id="rIdNav22" Type="http://schemas.openxmlformats.org/officeDocument/2006/relationships/slide" Target="slide2.xml" /><ns0:Relationship Id="rIdNav23" Type="http://schemas.openxmlformats.org/officeDocument/2006/relationships/slide" Target="slide6.xml" /><ns0:Relationship Id="rIdNav24" Type="http://schemas.openxmlformats.org/officeDocument/2006/relationships/slide" Target="slide8.xm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806cfa309974255" /><ns0:Relationship Type="http://schemas.openxmlformats.org/officeDocument/2006/relationships/image" Target="/ppt/media/image12.png" Id="R12743e82a0ef4803" /><ns0:Relationship Type="http://schemas.openxmlformats.org/officeDocument/2006/relationships/notesSlide" Target="/ppt/notesSlides/notesSlide8.xml" Id="R6a92cef694a647d7" /><ns0:Relationship Id="rIdNav25" Type="http://schemas.openxmlformats.org/officeDocument/2006/relationships/slide" Target="slide2.xml" /><ns0:Relationship Id="rIdNav26" Type="http://schemas.openxmlformats.org/officeDocument/2006/relationships/slide" Target="slide7.xml" /><ns0:Relationship Id="rIdNav27" Type="http://schemas.openxmlformats.org/officeDocument/2006/relationships/slide" Target="slide9.xml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695f92eca04456f" /><ns0:Relationship Type="http://schemas.openxmlformats.org/officeDocument/2006/relationships/image" Target="/ppt/media/image13.png" Id="R429ed149be654a45" /><ns0:Relationship Type="http://schemas.openxmlformats.org/officeDocument/2006/relationships/notesSlide" Target="/ppt/notesSlides/notesSlide9.xml" Id="R5b77cc17770f47bc" /><ns0:Relationship Id="rIdNav28" Type="http://schemas.openxmlformats.org/officeDocument/2006/relationships/slide" Target="slide2.xml" /><ns0:Relationship Id="rIdNav29" Type="http://schemas.openxmlformats.org/officeDocument/2006/relationships/slide" Target="slide8.xml" /><ns0:Relationship Id="rIdNav30" Type="http://schemas.openxmlformats.org/officeDocument/2006/relationships/slide" Target="slide10.xm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cabb99f222342a9" /><ns0:Relationship Type="http://schemas.openxmlformats.org/officeDocument/2006/relationships/image" Target="/ppt/media/image14.png" Id="R0d948a88122e44a1" /><ns0:Relationship Type="http://schemas.openxmlformats.org/officeDocument/2006/relationships/notesSlide" Target="/ppt/notesSlides/notesSlide10.xml" Id="R622920c433e949a6" /><ns0:Relationship Id="rIdNav31" Type="http://schemas.openxmlformats.org/officeDocument/2006/relationships/slide" Target="slide2.xml" /><ns0:Relationship Id="rIdNav32" Type="http://schemas.openxmlformats.org/officeDocument/2006/relationships/slide" Target="slide9.xml" /><ns0:Relationship Id="rIdNav33" Type="http://schemas.openxmlformats.org/officeDocument/2006/relationships/slide" Target="slide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7" name="">
            <ns1:extLst>
              <ns1:ext uri="{FF2B5EF4-FFF2-40B4-BE49-F238E27FC236}">
                <ns2:creationId id="{4AE76652-533C-4877-B8D5-024F90B2777C}"/>
              </ns1:ext>
            </ns1:extLst>
          </ns0:cNvPr>
          <ns0:cNvPicPr>
            <ns1:picLocks noChangeAspect="1"/>
          </ns0:cNvPicPr>
          <ns0:nvPr/>
        </ns0:nvPicPr>
        <ns0:blipFill>
          <ns1:blip ns3:embed="R06f5288446c14439"/>
          <ns1:stretch/>
        </ns0:blipFill>
        <ns0:spPr>
          <ns1:xfrm>
            <ns1:off x="1842866" y="838200"/>
            <ns1:ext cx="4058093" cy="2667000"/>
          </ns1:xfrm>
          <ns1:prstGeom prst="rect">
            <ns1:avLst/>
          </ns1:prstGeom>
        </ns0:spPr>
      </ns0:pic>
      <ns0:pic>
        <ns0:nvPicPr>
          <ns0:cNvPr id="2" name="">
            <ns1:extLst>
              <ns1:ext uri="{FF2B5EF4-FFF2-40B4-BE49-F238E27FC236}">
                <ns2:creationId id="{6625DA19-8B65-4D64-8BE4-A62BFF78391A}"/>
              </ns1:ext>
            </ns1:extLst>
          </ns0:cNvPr>
          <ns0:cNvPicPr>
            <ns1:picLocks noChangeAspect="1"/>
          </ns0:cNvPicPr>
          <ns0:nvPr/>
        </ns0:nvPicPr>
        <ns0:blipFill>
          <ns1:blip ns3:embed="R325230ce4f8d4042"/>
          <ns1:stretch/>
        </ns0:blipFill>
        <ns0:spPr>
          <ns1:xfrm>
            <ns1:off x="7524750" y="899916"/>
            <ns1:ext cx="4000500" cy="4581918"/>
          </ns1:xfrm>
          <ns1:prstGeom prst="rect">
            <ns1:avLst/>
          </ns1:prstGeom>
        </ns0:spPr>
      </ns0:pic>
      <ns0:sp>
        <ns0:nvSpPr>
          <ns0:cNvPr id="3" name="purpose">
            <ns1:extLst>
              <ns1:ext uri="{FF2B5EF4-FFF2-40B4-BE49-F238E27FC236}">
                <ns2:creationId id="{48EBAB21-3800-44D6-806B-18D4B150EFC5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857625"/>
            <ns1:ext cx="6286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Guía de juego para PC</ns1:t>
            </ns1:r>
          </ns1:p>
        </ns0:txBody>
      </ns0:sp>
      <ns0:sp>
        <ns0:nvSpPr>
          <ns0:cNvPr id="4" name="intro">
            <ns1:extLst>
              <ns1:ext uri="{FF2B5EF4-FFF2-40B4-BE49-F238E27FC236}">
                <ns2:creationId id="{4143DD4C-0450-4EE5-B854-BA4394FB3DF0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667250"/>
            <ns1:ext cx="61912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Controles, objetivo y consejos</ns1:t>
            </ns1:r>
          </ns1:p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para tu primera partida.</ns1:t>
            </ns1:r>
          </ns1:p>
        </ns0:txBody>
      </ns0:sp>
      <ns0:sp>
        <ns0:nvSpPr>
          <ns0:cNvPr id="5" name="team">
            <ns1:extLst>
              <ns1:ext uri="{FF2B5EF4-FFF2-40B4-BE49-F238E27FC236}">
                <ns2:creationId id="{F91BEFC7-A491-4C47-8391-82B3F1630A8A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429000"/>
            <ns1:ext cx="619125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9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9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19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Monkey Games · Construct 2</ns1:t>
            </ns1:r>
          </ns1:p>
        </ns0:txBody>
      </ns0:sp>
      <ns0:sp>
        <ns0:nvSpPr>
          <ns0:cNvPr id="6" name="link_to_2_0">
            <ns1:extLst>
              <ns1:ext uri="{FF2B5EF4-FFF2-40B4-BE49-F238E27FC236}">
                <ns2:creationId id="{7EEE3F4B-7196-4FFE-93F8-39C09D641F5E}"/>
              </ns1:ext>
            </ns1:extLst>
            <ns1:hlinkClick ns3:id="rIdNav1" action="ppaction://hlinksldjump"/>
          </ns0:cNvPr>
          <ns0:cNvSpPr>
            <ns1:spLocks noGrp="1"/>
          </ns0:cNvSpPr>
          <ns0:nvPr/>
        </ns0:nvSpPr>
        <ns0:spPr>
          <ns1:xfrm>
            <ns1:off x="742950" y="5810250"/>
            <ns1:ext cx="3810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Comenzar guía →</ns1:t>
            </ns1:r>
          </ns1:p>
        </ns0:txBody>
      </ns0:sp>
    </ns0:spTree>
    <ns0:extLst>
      <ns0:ext uri="{BB962C8B-B14F-4D97-AF65-F5344CB8AC3E}">
        <ns4:creationId val="909732846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heading">
            <ns1:extLst>
              <ns1:ext uri="{FF2B5EF4-FFF2-40B4-BE49-F238E27FC236}">
                <ns2:creationId id="{44053C12-4715-4C2C-9B38-66759826940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Tu guía de Monkey Ron</ns1:t>
            </ns1:r>
          </ns1:p>
        </ns0:txBody>
      </ns0:sp>
      <ns0:sp>
        <ns0:nvSpPr>
          <ns0:cNvPr id="2" name="link_to_3_1">
            <ns1:extLst>
              <ns1:ext uri="{FF2B5EF4-FFF2-40B4-BE49-F238E27FC236}">
                <ns2:creationId id="{99A6ACB9-84B2-45D1-A19E-81FAF3F95C70}"/>
              </ns1:ext>
            </ns1:extLst>
            <ns1:hlinkClick ns3:id="rIdNav2" action="ppaction://hlinksldjump"/>
          </ns0:cNvPr>
          <ns0:cNvSpPr>
            <ns1:spLocks noGrp="1"/>
          </ns0:cNvSpPr>
          <ns0:nvPr/>
        </ns0:nvSpPr>
        <ns0:spPr>
          <ns1:xfrm>
            <ns1:off x="781050" y="14668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01  Antes de empezar</ns1:t>
            </ns1:r>
          </ns1:p>
        </ns0:txBody>
      </ns0:sp>
      <ns0:sp>
        <ns0:nvSpPr>
          <ns0:cNvPr id="3" name="link_to_4_2">
            <ns1:extLst>
              <ns1:ext uri="{FF2B5EF4-FFF2-40B4-BE49-F238E27FC236}">
                <ns2:creationId id="{0F4ACBA7-2491-4E44-B5BA-9184951DD4F4}"/>
              </ns1:ext>
            </ns1:extLst>
            <ns1:hlinkClick ns3:id="rIdNav3" action="ppaction://hlinksldjump"/>
          </ns0:cNvPr>
          <ns0:cNvSpPr>
            <ns1:spLocks noGrp="1"/>
          </ns0:cNvSpPr>
          <ns0:nvPr/>
        </ns0:nvSpPr>
        <ns0:spPr>
          <ns1:xfrm>
            <ns1:off x="781050" y="20002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02  Moverse y saltar</ns1:t>
            </ns1:r>
          </ns1:p>
        </ns0:txBody>
      </ns0:sp>
      <ns0:sp>
        <ns0:nvSpPr>
          <ns0:cNvPr id="4" name="link_to_5_3">
            <ns1:extLst>
              <ns1:ext uri="{FF2B5EF4-FFF2-40B4-BE49-F238E27FC236}">
                <ns2:creationId id="{B31D354A-E8E9-4A33-9397-DC3BDE3A4DA0}"/>
              </ns1:ext>
            </ns1:extLst>
            <ns1:hlinkClick ns3:id="rIdNav4" action="ppaction://hlinksldjump"/>
          </ns0:cNvPr>
          <ns0:cNvSpPr>
            <ns1:spLocks noGrp="1"/>
          </ns0:cNvSpPr>
          <ns0:nvPr/>
        </ns0:nvSpPr>
        <ns0:spPr>
          <ns1:xfrm>
            <ns1:off x="781050" y="25336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03  Vidas y tiempo</ns1:t>
            </ns1:r>
          </ns1:p>
        </ns0:txBody>
      </ns0:sp>
      <ns0:sp>
        <ns0:nvSpPr>
          <ns0:cNvPr id="5" name="link_to_6_4">
            <ns1:extLst>
              <ns1:ext uri="{FF2B5EF4-FFF2-40B4-BE49-F238E27FC236}">
                <ns2:creationId id="{50AABB77-344D-40CB-BB81-E8538CCEB676}"/>
              </ns1:ext>
            </ns1:extLst>
            <ns1:hlinkClick ns3:id="rIdNav5" action="ppaction://hlinksldjump"/>
          </ns0:cNvPr>
          <ns0:cNvSpPr>
            <ns1:spLocks noGrp="1"/>
          </ns0:cNvSpPr>
          <ns0:nvPr/>
        </ns0:nvSpPr>
        <ns0:spPr>
          <ns1:xfrm>
            <ns1:off x="781050" y="30670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04  Monedas y puntos</ns1:t>
            </ns1:r>
          </ns1:p>
        </ns0:txBody>
      </ns0:sp>
      <ns0:sp>
        <ns0:nvSpPr>
          <ns0:cNvPr id="6" name="link_to_7_5">
            <ns1:extLst>
              <ns1:ext uri="{FF2B5EF4-FFF2-40B4-BE49-F238E27FC236}">
                <ns2:creationId id="{123616C4-FDD7-4125-AC2C-541373E3C194}"/>
              </ns1:ext>
            </ns1:extLst>
            <ns1:hlinkClick ns3:id="rIdNav6" action="ppaction://hlinksldjump"/>
          </ns0:cNvPr>
          <ns0:cNvSpPr>
            <ns1:spLocks noGrp="1"/>
          </ns0:cNvSpPr>
          <ns0:nvPr/>
        </ns0:nvSpPr>
        <ns0:spPr>
          <ns1:xfrm>
            <ns1:off x="781050" y="36004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05  Punto de control</ns1:t>
            </ns1:r>
          </ns1:p>
        </ns0:txBody>
      </ns0:sp>
      <ns0:sp>
        <ns0:nvSpPr>
          <ns0:cNvPr id="7" name="link_to_8_6">
            <ns1:extLst>
              <ns1:ext uri="{FF2B5EF4-FFF2-40B4-BE49-F238E27FC236}">
                <ns2:creationId id="{41EBF2FD-523D-4898-8CB9-673F5E738248}"/>
              </ns1:ext>
            </ns1:extLst>
            <ns1:hlinkClick ns3:id="rIdNav7" action="ppaction://hlinksldjump"/>
          </ns0:cNvPr>
          <ns0:cNvSpPr>
            <ns1:spLocks noGrp="1"/>
          </ns0:cNvSpPr>
          <ns0:nvPr/>
        </ns0:nvSpPr>
        <ns0:spPr>
          <ns1:xfrm>
            <ns1:off x="781050" y="41338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06  Llegar a META</ns1:t>
            </ns1:r>
          </ns1:p>
        </ns0:txBody>
      </ns0:sp>
      <ns0:sp>
        <ns0:nvSpPr>
          <ns0:cNvPr id="8" name="link_to_9_7">
            <ns1:extLst>
              <ns1:ext uri="{FF2B5EF4-FFF2-40B4-BE49-F238E27FC236}">
                <ns2:creationId id="{001C50A4-0FDF-43F4-8612-8D26C93364C8}"/>
              </ns1:ext>
            </ns1:extLst>
            <ns1:hlinkClick ns3:id="rIdNav8" action="ppaction://hlinksldjump"/>
          </ns0:cNvPr>
          <ns0:cNvSpPr>
            <ns1:spLocks noGrp="1"/>
          </ns0:cNvSpPr>
          <ns0:nvPr/>
        </ns0:nvSpPr>
        <ns0:spPr>
          <ns1:xfrm>
            <ns1:off x="781050" y="46672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07  Pausa y menú</ns1:t>
            </ns1:r>
          </ns1:p>
        </ns0:txBody>
      </ns0:sp>
      <ns0:sp>
        <ns0:nvSpPr>
          <ns0:cNvPr id="9" name="link_to_10_8">
            <ns1:extLst>
              <ns1:ext uri="{FF2B5EF4-FFF2-40B4-BE49-F238E27FC236}">
                <ns2:creationId id="{6000AFCF-0B3E-4521-B450-6940B7903483}"/>
              </ns1:ext>
            </ns1:extLst>
            <ns1:hlinkClick ns3:id="rIdNav9" action="ppaction://hlinksldjump"/>
          </ns0:cNvPr>
          <ns0:cNvSpPr>
            <ns1:spLocks noGrp="1"/>
          </ns0:cNvSpPr>
          <ns0:nvPr/>
        </ns0:nvSpPr>
        <ns0:spPr>
          <ns1:xfrm>
            <ns1:off x="781050" y="5200650"/>
            <ns1:ext cx="66675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08  Tu primer intento</ns1:t>
            </ns1:r>
          </ns1:p>
        </ns0:txBody>
      </ns0:sp>
      <ns0:pic>
        <ns0:nvPicPr>
          <ns0:cNvPr id="10" name="">
            <ns1:extLst>
              <ns1:ext uri="{FF2B5EF4-FFF2-40B4-BE49-F238E27FC236}">
                <ns2:creationId id="{B6FF2538-E59C-4D10-AF45-D69E3D4CE783}"/>
              </ns1:ext>
            </ns1:extLst>
          </ns0:cNvPr>
          <ns0:cNvPicPr>
            <ns1:picLocks noChangeAspect="1"/>
          </ns0:cNvPicPr>
          <ns0:nvPr/>
        </ns0:nvPicPr>
        <ns0:blipFill>
          <ns1:blip ns3:embed="R082d23dddd834198"/>
          <ns1:stretch/>
        </ns0:blipFill>
        <ns0:spPr>
          <ns1:xfrm>
            <ns1:off x="7810500" y="1752600"/>
            <ns1:ext cx="3333750" cy="3333750"/>
          </ns1:xfrm>
          <ns1:prstGeom prst="rect">
            <ns1:avLst/>
          </ns1:prstGeom>
        </ns0:spPr>
      </ns0:pic>
      <ns0:sp>
        <ns0:nvSpPr>
          <ns0:cNvPr id="11" name="hint">
            <ns1:extLst>
              <ns1:ext uri="{FF2B5EF4-FFF2-40B4-BE49-F238E27FC236}">
                <ns2:creationId id="{264C0A20-2099-4AB2-9592-5494D75EDD54}"/>
              </ns1:ext>
            </ns1:extLst>
          </ns0:cNvPr>
          <ns0:cNvSpPr>
            <ns1:spLocks noGrp="1"/>
          </ns0:cNvSpPr>
          <ns0:nvPr/>
        </ns0:nvSpPr>
        <ns0:spPr>
          <ns1:xfrm>
            <ns1:off x="7715250" y="5381625"/>
            <ns1:ext cx="381000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8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8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18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Elige una sección o avanza</ns1:t>
            </ns1:r>
          </ns1:p>
          <ns1:p>
            <ns1:pPr>
              <ns1:defRPr sz="18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18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con los enlaces inferiores.</ns1:t>
            </ns1:r>
          </ns1:p>
        </ns0:txBody>
      </ns0:sp>
    </ns0:spTree>
    <ns0:extLst>
      <ns0:ext uri="{BB962C8B-B14F-4D97-AF65-F5344CB8AC3E}">
        <ns4:creationId val="1106123292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7350C7A8-479F-4AFE-88CF-D37A539603F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Antes de empezar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7B1BF05D-40E3-4F57-A285-2DBE28024E70}"/>
              </ns1:ext>
            </ns1:extLst>
          </ns0:cNvPr>
          <ns0:cNvPicPr>
            <ns1:picLocks noChangeAspect="1"/>
          </ns0:cNvPicPr>
          <ns0:nvPr/>
        </ns0:nvPicPr>
        <ns0:blipFill>
          <ns1:blip ns3:embed="Rb62f5567ef66434f"/>
          <ns1:stretch/>
        </ns0:blipFill>
        <ns0:spPr>
          <ns1:xfrm>
            <ns1:off x="781050" y="1794047"/>
            <ns1:ext cx="4762500" cy="2679355"/>
          </ns1:xfrm>
          <ns1:prstGeom prst="rect">
            <ns1:avLst/>
          </ns1:prstGeom>
        </ns0:spPr>
      </ns0:pic>
      <ns0:pic>
        <ns0:nvPicPr>
          <ns0:cNvPr id="3" name="">
            <ns1:extLst>
              <ns1:ext uri="{FF2B5EF4-FFF2-40B4-BE49-F238E27FC236}">
                <ns2:creationId id="{88FB2C0B-4183-48B6-84DF-84829BD0FB8F}"/>
              </ns1:ext>
            </ns1:extLst>
          </ns0:cNvPr>
          <ns0:cNvPicPr>
            <ns1:picLocks noChangeAspect="1"/>
          </ns0:cNvPicPr>
          <ns0:nvPr/>
        </ns0:nvPicPr>
        <ns0:blipFill>
          <ns1:blip ns3:embed="R7ae27456198c4112"/>
          <ns1:stretch/>
        </ns0:blipFill>
        <ns0:spPr>
          <ns1:xfrm>
            <ns1:off x="1637634" y="4762500"/>
            <ns1:ext cx="3011231" cy="1028700"/>
          </ns1:xfrm>
          <ns1:prstGeom prst="rect">
            <ns1:avLst/>
          </ns1:prstGeom>
        </ns0:spPr>
      </ns0:pic>
      <ns0:sp>
        <ns0:nvSpPr>
          <ns0:cNvPr id="4" name="button-label">
            <ns1:extLst>
              <ns1:ext uri="{FF2B5EF4-FFF2-40B4-BE49-F238E27FC236}">
                <ns2:creationId id="{F9C97A3F-7204-4657-A3A5-868E23A76E7C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4991100"/>
            <ns1:ext cx="41910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2625" b="1">
                <ns1:solidFill>
                  <ns1:srgbClr val="FFFFF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 algn="ctr">
              <ns1:defRPr sz="2625" b="1">
                <ns1:solidFill>
                  <ns1:srgbClr val="FFFFFF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1">
                <ns1:solidFill>
                  <ns1:srgbClr val="FFFFFF"/>
                </ns1:solidFill>
                <ns1:latin typeface="Segoe UI"/>
                <ns1:ea typeface="Segoe UI"/>
                <ns1:cs typeface="Segoe UI"/>
              </ns1:rPr>
              <ns1:t>JUGAR</ns1:t>
            </ns1:r>
          </ns1:p>
        </ns0:txBody>
      </ns0:sp>
      <ns0:sp>
        <ns0:nvSpPr>
          <ns0:cNvPr id="5" name="help">
            <ns1:extLst>
              <ns1:ext uri="{FF2B5EF4-FFF2-40B4-BE49-F238E27FC236}">
                <ns2:creationId id="{D474DCA7-758C-42F6-AFCC-04CD1350248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1857375"/>
            <ns1:ext cx="523875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6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6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Primero, consulta Cómo jugar</ns1:t>
            </ns1:r>
          </ns1:p>
        </ns0:txBody>
      </ns0:sp>
      <ns0:sp>
        <ns0:nvSpPr>
          <ns0:cNvPr id="6" name="body">
            <ns1:extLst>
              <ns1:ext uri="{FF2B5EF4-FFF2-40B4-BE49-F238E27FC236}">
                <ns2:creationId id="{3EBB2BB9-2BDC-46F8-96DC-5D1E91AFD23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0" y="3143250"/>
            <ns1:ext cx="5238750" cy="2286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Cierra la ayuda para volver al menú.</ns1:t>
            </ns1:r>
          </ns1:p>
          <ns1:p>
            <ns1:r>
              <ns1:t/>
            </ns1:r>
          </ns1:p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Después elige Jugar y espera</ns1:t>
            </ns1:r>
          </ns1:p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a que termine el aviso inicial.</ns1:t>
            </ns1:r>
          </ns1:p>
        </ns0:txBody>
      </ns0:sp>
      <ns0:sp>
        <ns0:nvSpPr>
          <ns0:cNvPr id="7" name="link_to_2_9">
            <ns1:extLst>
              <ns1:ext uri="{FF2B5EF4-FFF2-40B4-BE49-F238E27FC236}">
                <ns2:creationId id="{FA8C1158-3AAD-48CE-A69F-912FEF80FEC2}"/>
              </ns1:ext>
            </ns1:extLst>
            <ns1:hlinkClick ns3:id="rIdNav10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2_10">
            <ns1:extLst>
              <ns1:ext uri="{FF2B5EF4-FFF2-40B4-BE49-F238E27FC236}">
                <ns2:creationId id="{F1A4F04B-453E-4237-BE93-E58E347823B7}"/>
              </ns1:ext>
            </ns1:extLst>
            <ns1:hlinkClick ns3:id="rIdNav11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4_11">
            <ns1:extLst>
              <ns1:ext uri="{FF2B5EF4-FFF2-40B4-BE49-F238E27FC236}">
                <ns2:creationId id="{AA2D1B01-6A3F-4C4D-AFDC-6ACB9D4CDDF0}"/>
              </ns1:ext>
            </ns1:extLst>
            <ns1:hlinkClick ns3:id="rIdNav12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65603216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D601EF96-190A-4979-8D00-3ACB6D02542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Moverse y saltar</ns1:t>
            </ns1:r>
          </ns1:p>
        </ns0:txBody>
      </ns0:sp>
      <ns0:sp>
        <ns0:nvSpPr>
          <ns0:cNvPr id="2" name="horizontal">
            <ns1:extLst>
              <ns1:ext uri="{FF2B5EF4-FFF2-40B4-BE49-F238E27FC236}">
                <ns2:creationId id="{77FA30A0-76E9-43D9-81ED-ED7F5247A2C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1685925"/>
            <ns1:ext cx="657225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645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645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645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  →</ns1:t>
            </ns1:r>
          </ns1:p>
        </ns0:txBody>
      </ns0:sp>
      <ns0:sp>
        <ns0:nvSpPr>
          <ns0:cNvPr id="3" name="horizontal-body">
            <ns1:extLst>
              <ns1:ext uri="{FF2B5EF4-FFF2-40B4-BE49-F238E27FC236}">
                <ns2:creationId id="{CE7F4911-2AE9-4E08-AB00-4B3B6663CFB5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905125"/>
            <ns1:ext cx="7334250" cy="1428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Izquierda y derecha para moverte.</ns1:t>
            </ns1:r>
          </ns1:p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También puedes dirigir el salto</ns1:t>
            </ns1:r>
          </ns1:p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mientras Ron está en el aire.</ns1:t>
            </ns1:r>
          </ns1:p>
        </ns0:txBody>
      </ns0:sp>
      <ns0:sp>
        <ns0:nvSpPr>
          <ns0:cNvPr id="4" name="jump">
            <ns1:extLst>
              <ns1:ext uri="{FF2B5EF4-FFF2-40B4-BE49-F238E27FC236}">
                <ns2:creationId id="{5BF279D0-D89D-47C0-ACDE-AFF2ACB304CE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4667250"/>
            <ns1:ext cx="7429500" cy="628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3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3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33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↑  Arriba para saltar</ns1:t>
            </ns1:r>
          </ns1:p>
        </ns0:txBody>
      </ns0:sp>
      <ns0:sp>
        <ns0:nvSpPr>
          <ns0:cNvPr id="5" name="tip">
            <ns1:extLst>
              <ns1:ext uri="{FF2B5EF4-FFF2-40B4-BE49-F238E27FC236}">
                <ns2:creationId id="{6E239225-E8C3-4A0F-B184-343546AA9D29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514975"/>
            <ns1:ext cx="75247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Mira el siguiente apoyo antes de avanzar.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1FE6DE39-5CF7-40C3-970C-37672B862587}"/>
              </ns1:ext>
            </ns1:extLst>
          </ns0:cNvPr>
          <ns0:cNvPicPr>
            <ns1:picLocks noChangeAspect="1"/>
          </ns0:cNvPicPr>
          <ns0:nvPr/>
        </ns0:nvPicPr>
        <ns0:blipFill>
          <ns1:blip ns3:embed="R7ce06180b25540be"/>
          <ns1:stretch/>
        </ns0:blipFill>
        <ns0:spPr>
          <ns1:xfrm>
            <ns1:off x="9005921" y="1666875"/>
            <ns1:ext cx="2181157" cy="3857625"/>
          </ns1:xfrm>
          <ns1:prstGeom prst="rect">
            <ns1:avLst/>
          </ns1:prstGeom>
        </ns0:spPr>
      </ns0:pic>
      <ns0:sp>
        <ns0:nvSpPr>
          <ns0:cNvPr id="7" name="link_to_2_12">
            <ns1:extLst>
              <ns1:ext uri="{FF2B5EF4-FFF2-40B4-BE49-F238E27FC236}">
                <ns2:creationId id="{1524C8EF-6702-4B18-B23A-B013BDC4666A}"/>
              </ns1:ext>
            </ns1:extLst>
            <ns1:hlinkClick ns3:id="rIdNav13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3_13">
            <ns1:extLst>
              <ns1:ext uri="{FF2B5EF4-FFF2-40B4-BE49-F238E27FC236}">
                <ns2:creationId id="{39582221-5915-4B8D-B322-1461578736C3}"/>
              </ns1:ext>
            </ns1:extLst>
            <ns1:hlinkClick ns3:id="rIdNav14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5_14">
            <ns1:extLst>
              <ns1:ext uri="{FF2B5EF4-FFF2-40B4-BE49-F238E27FC236}">
                <ns2:creationId id="{53EE8CA2-712D-464E-ACA8-E3943D008AE1}"/>
              </ns1:ext>
            </ns1:extLst>
            <ns1:hlinkClick ns3:id="rIdNav15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618342668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heading">
            <ns1:extLst>
              <ns1:ext uri="{FF2B5EF4-FFF2-40B4-BE49-F238E27FC236}">
                <ns2:creationId id="{DC0372C9-9E68-45C4-A538-1BC734F2DF2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Vidas y tiempo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801A0200-478A-4EC1-954D-6B3EAA7345B3}"/>
              </ns1:ext>
            </ns1:extLst>
          </ns0:cNvPr>
          <ns0:cNvPicPr>
            <ns1:picLocks noChangeAspect="1"/>
          </ns0:cNvPicPr>
          <ns0:nvPr/>
        </ns0:nvPicPr>
        <ns0:blipFill>
          <ns1:blip ns3:embed="R289a184a90c543b8"/>
          <ns1:stretch/>
        </ns0:blipFill>
        <ns0:spPr>
          <ns1:xfrm>
            <ns1:off x="819150" y="1827024"/>
            <ns1:ext cx="1190625" cy="1060827"/>
          </ns1:xfrm>
          <ns1:prstGeom prst="rect">
            <ns1:avLst/>
          </ns1:prstGeom>
        </ns0:spPr>
      </ns0:pic>
      <ns0:sp>
        <ns0:nvSpPr>
          <ns0:cNvPr id="3" name="lives">
            <ns1:extLst>
              <ns1:ext uri="{FF2B5EF4-FFF2-40B4-BE49-F238E27FC236}">
                <ns2:creationId id="{8CAF8AA6-A669-41A1-8C4E-399EBDACE517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1762125"/>
            <ns1:ext cx="40005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43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43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43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3 vidas</ns1:t>
            </ns1:r>
          </ns1:p>
        </ns0:txBody>
      </ns0:sp>
      <ns0:sp>
        <ns0:nvSpPr>
          <ns0:cNvPr id="4" name="lives-body">
            <ns1:extLst>
              <ns1:ext uri="{FF2B5EF4-FFF2-40B4-BE49-F238E27FC236}">
                <ns2:creationId id="{277A9AFB-E88A-446B-956F-FBC5A9FC2633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2714625"/>
            <ns1:ext cx="428625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Cada daño resta una vida.</ns1:t>
            </ns1:r>
          </ns1:p>
        </ns0:txBody>
      </ns0:sp>
      <ns0:sp>
        <ns0:nvSpPr>
          <ns0:cNvPr id="5" name="time">
            <ns1:extLst>
              <ns1:ext uri="{FF2B5EF4-FFF2-40B4-BE49-F238E27FC236}">
                <ns2:creationId id="{1E4391FF-CBD4-4DAC-8745-46B8FB81B042}"/>
              </ns1:ext>
            </ns1:extLst>
          </ns0:cNvPr>
          <ns0:cNvSpPr>
            <ns1:spLocks noGrp="1"/>
          </ns0:cNvSpPr>
          <ns0:nvPr/>
        </ns0:nvSpPr>
        <ns0:spPr>
          <ns1:xfrm>
            <ns1:off x="7334250" y="1762125"/>
            <ns1:ext cx="4191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41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41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41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120 segundos</ns1:t>
            </ns1:r>
          </ns1:p>
        </ns0:txBody>
      </ns0:sp>
      <ns0:sp>
        <ns0:nvSpPr>
          <ns0:cNvPr id="6" name="time-body">
            <ns1:extLst>
              <ns1:ext uri="{FF2B5EF4-FFF2-40B4-BE49-F238E27FC236}">
                <ns2:creationId id="{754ABDC5-F2E7-4966-92BB-2563742FCD84}"/>
              </ns1:ext>
            </ns1:extLst>
          </ns0:cNvPr>
          <ns0:cNvSpPr>
            <ns1:spLocks noGrp="1"/>
          </ns0:cNvSpPr>
          <ns0:nvPr/>
        </ns0:nvSpPr>
        <ns0:spPr>
          <ns1:xfrm>
            <ns1:off x="7334250" y="2714625"/>
            <ns1:ext cx="419100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Llega a la meta antes</ns1:t>
            </ns1:r>
          </ns1:p>
          <ns1:p>
            <ns1:pPr>
              <ns1:def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de que se agote el reloj.</ns1:t>
            </ns1:r>
          </ns1:p>
        </ns0:txBody>
      </ns0:sp>
      <ns0:pic>
        <ns0:nvPicPr>
          <ns0:cNvPr id="7" name="">
            <ns1:extLst>
              <ns1:ext uri="{FF2B5EF4-FFF2-40B4-BE49-F238E27FC236}">
                <ns2:creationId id="{B1C89862-DFCF-48A6-B8ED-729FFF3A18F7}"/>
              </ns1:ext>
            </ns1:extLst>
          </ns0:cNvPr>
          <ns0:cNvPicPr>
            <ns1:picLocks noChangeAspect="1"/>
          </ns0:cNvPicPr>
          <ns0:nvPr/>
        </ns0:nvPicPr>
        <ns0:blipFill>
          <ns1:blip ns3:embed="R7a5648322faa4a06"/>
          <ns1:stretch/>
        </ns0:blipFill>
        <ns0:spPr>
          <ns1:xfrm>
            <ns1:off x="781050" y="4400926"/>
            <ns1:ext cx="3238500" cy="866022"/>
          </ns1:xfrm>
          <ns1:prstGeom prst="rect">
            <ns1:avLst/>
          </ns1:prstGeom>
        </ns0:spPr>
      </ns0:pic>
      <ns0:pic>
        <ns0:nvPicPr>
          <ns0:cNvPr id="8" name="">
            <ns1:extLst>
              <ns1:ext uri="{FF2B5EF4-FFF2-40B4-BE49-F238E27FC236}">
                <ns2:creationId id="{21C5783A-F0B8-4FE7-8353-5186D885D23A}"/>
              </ns1:ext>
            </ns1:extLst>
          </ns0:cNvPr>
          <ns0:cNvPicPr>
            <ns1:picLocks noChangeAspect="1"/>
          </ns0:cNvPicPr>
          <ns0:nvPr/>
        </ns0:nvPicPr>
        <ns0:blipFill>
          <ns1:blip ns3:embed="R2ce52221136f4b10"/>
          <ns1:stretch/>
        </ns0:blipFill>
        <ns0:spPr>
          <ns1:xfrm>
            <ns1:off x="4191000" y="4091511"/>
            <ns1:ext cx="1238250" cy="1341978"/>
          </ns1:xfrm>
          <ns1:prstGeom prst="rect">
            <ns1:avLst/>
          </ns1:prstGeom>
        </ns0:spPr>
      </ns0:pic>
      <ns0:sp>
        <ns0:nvSpPr>
          <ns0:cNvPr id="9" name="hazard">
            <ns1:extLst>
              <ns1:ext uri="{FF2B5EF4-FFF2-40B4-BE49-F238E27FC236}">
                <ns2:creationId id="{CD48BDD4-F2B2-4D84-B3D8-CA22B4475FA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095750"/>
            <ns1:ext cx="5429250" cy="1809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El contacto y los hechizos restan vida.</ns1:t>
            </ns1:r>
          </ns1:p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Salta encima de un examen para</ns1:t>
            </ns1:r>
          </ns1:p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aplastarlo y sumar 300 puntos.</ns1:t>
            </ns1:r>
          </ns1:p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Evita también charcos y caídas.</ns1:t>
            </ns1:r>
          </ns1:p>
        </ns0:txBody>
      </ns0:sp>
      <ns0:sp>
        <ns0:nvSpPr>
          <ns0:cNvPr id="10" name="link_to_2_15">
            <ns1:extLst>
              <ns1:ext uri="{FF2B5EF4-FFF2-40B4-BE49-F238E27FC236}">
                <ns2:creationId id="{78BBEB7B-6AB0-475C-8899-30F412030523}"/>
              </ns1:ext>
            </ns1:extLst>
            <ns1:hlinkClick ns3:id="rIdNav16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11" name="link_to_4_16">
            <ns1:extLst>
              <ns1:ext uri="{FF2B5EF4-FFF2-40B4-BE49-F238E27FC236}">
                <ns2:creationId id="{FB43E02C-E516-4D95-9951-363B828AF9F9}"/>
              </ns1:ext>
            </ns1:extLst>
            <ns1:hlinkClick ns3:id="rIdNav17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2" name="link_to_6_17">
            <ns1:extLst>
              <ns1:ext uri="{FF2B5EF4-FFF2-40B4-BE49-F238E27FC236}">
                <ns2:creationId id="{5BAAD995-E376-4316-8CF6-8744C9909F92}"/>
              </ns1:ext>
            </ns1:extLst>
            <ns1:hlinkClick ns3:id="rIdNav18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711352281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FF119DE3-1CBC-480C-B58F-4CD8F309995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Monedas y puntos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B47DF9C0-BB44-44D9-B1EF-0D6F3237C4C5}"/>
              </ns1:ext>
            </ns1:extLst>
          </ns0:cNvPr>
          <ns0:cNvPicPr>
            <ns1:picLocks noChangeAspect="1"/>
          </ns0:cNvPicPr>
          <ns0:nvPr/>
        </ns0:nvPicPr>
        <ns0:blipFill>
          <ns1:blip ns3:embed="R0593207887d84637"/>
          <ns1:stretch/>
        </ns0:blipFill>
        <ns0:spPr>
          <ns1:xfrm>
            <ns1:off x="895350" y="2076450"/>
            <ns1:ext cx="2333625" cy="2333625"/>
          </ns1:xfrm>
          <ns1:prstGeom prst="rect">
            <ns1:avLst/>
          </ns1:prstGeom>
        </ns0:spPr>
      </ns0:pic>
      <ns0:sp>
        <ns0:nvSpPr>
          <ns0:cNvPr id="3" name="coins">
            <ns1:extLst>
              <ns1:ext uri="{FF2B5EF4-FFF2-40B4-BE49-F238E27FC236}">
                <ns2:creationId id="{40464D32-4BC2-47CD-BFB3-5B8A984F869C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714500"/>
            <ns1:ext cx="7620000" cy="628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7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7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77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Hay 7 monedas en el recorrido</ns1:t>
            </ns1:r>
          </ns1:p>
        </ns0:txBody>
      </ns0:sp>
      <ns0:sp>
        <ns0:nvSpPr>
          <ns0:cNvPr id="4" name="value">
            <ns1:extLst>
              <ns1:ext uri="{FF2B5EF4-FFF2-40B4-BE49-F238E27FC236}">
                <ns2:creationId id="{D969592E-3B95-4BD7-BB71-40E41FBA1594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2667000"/>
            <ns1:ext cx="752475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Cada moneda suma 100 puntos.</ns1:t>
            </ns1:r>
          </ns1:p>
        </ns0:txBody>
      </ns0:sp>
      <ns0:sp>
        <ns0:nvSpPr>
          <ns0:cNvPr id="5" name="optional">
            <ns1:extLst>
              <ns1:ext uri="{FF2B5EF4-FFF2-40B4-BE49-F238E27FC236}">
                <ns2:creationId id="{F552DFA5-3CCB-44E9-93FD-5DC2170ED987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667125"/>
            <ns1:ext cx="7524750" cy="11906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Recogerlas es opcional.</ns1:t>
            </ns1:r>
          </ns1:p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Puedes llegar a META sin tenerlas todas.</ns1:t>
            </ns1:r>
          </ns1:p>
        </ns0:txBody>
      </ns0:sp>
      <ns0:sp>
        <ns0:nvSpPr>
          <ns0:cNvPr id="6" name="bonus">
            <ns1:extLst>
              <ns1:ext uri="{FF2B5EF4-FFF2-40B4-BE49-F238E27FC236}">
                <ns2:creationId id="{E985344D-B98C-4A82-974D-061968A145C3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5095875"/>
            <ns1:ext cx="752475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Al ganar, cada segundo entero</ns1:t>
            </ns1:r>
          </ns1:p>
          <ns1:p>
            <ns1:pPr>
              <ns1:defRPr sz="23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que te sobre suma 5 puntos más.</ns1:t>
            </ns1:r>
          </ns1:p>
        </ns0:txBody>
      </ns0:sp>
      <ns0:sp>
        <ns0:nvSpPr>
          <ns0:cNvPr id="7" name="link_to_2_18">
            <ns1:extLst>
              <ns1:ext uri="{FF2B5EF4-FFF2-40B4-BE49-F238E27FC236}">
                <ns2:creationId id="{5088E6B5-EA6D-4FDD-A38C-CA4207349B2B}"/>
              </ns1:ext>
            </ns1:extLst>
            <ns1:hlinkClick ns3:id="rIdNav19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5_19">
            <ns1:extLst>
              <ns1:ext uri="{FF2B5EF4-FFF2-40B4-BE49-F238E27FC236}">
                <ns2:creationId id="{367CB638-991F-4EA4-9038-C253139C1664}"/>
              </ns1:ext>
            </ns1:extLst>
            <ns1:hlinkClick ns3:id="rIdNav20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7_20">
            <ns1:extLst>
              <ns1:ext uri="{FF2B5EF4-FFF2-40B4-BE49-F238E27FC236}">
                <ns2:creationId id="{C6CEA404-59B6-484B-9CC2-F046031ECD58}"/>
              </ns1:ext>
            </ns1:extLst>
            <ns1:hlinkClick ns3:id="rIdNav21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503994406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heading">
            <ns1:extLst>
              <ns1:ext uri="{FF2B5EF4-FFF2-40B4-BE49-F238E27FC236}">
                <ns2:creationId id="{2C46A104-4C1E-4857-AAA1-7E44E6006B8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El punto de control</ns1:t>
            </ns1:r>
          </ns1:p>
        </ns0:txBody>
      </ns0:sp>
      <ns0:sp>
        <ns0:nvSpPr>
          <ns0:cNvPr id="2" name="checkpoint">
            <ns1:extLst>
              <ns1:ext uri="{FF2B5EF4-FFF2-40B4-BE49-F238E27FC236}">
                <ns2:creationId id="{95226B8C-3DA4-436F-A645-D245CFBA28C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733550"/>
            <ns1:ext cx="76200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0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0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30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Un lugar para reaparecer</ns1:t>
            </ns1:r>
          </ns1:p>
        </ns0:txBody>
      </ns0:sp>
      <ns0:sp>
        <ns0:nvSpPr>
          <ns0:cNvPr id="3" name="how">
            <ns1:extLst>
              <ns1:ext uri="{FF2B5EF4-FFF2-40B4-BE49-F238E27FC236}">
                <ns2:creationId id="{2CF0582A-6D42-4649-8E1B-E41D12C7404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667000"/>
            <ns1:ext cx="7715250" cy="1504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Se activa en una zona intermedia</ns1:t>
            </ns1:r>
          </ns1:p>
          <ns1:p>
            <ns1:pPr>
              <ns1:def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al pasar por ella estando en el suelo.</ns1:t>
            </ns1:r>
          </ns1:p>
          <ns1:p>
            <ns1:pPr>
              <ns1:def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Un aviso confirma que se activó.</ns1:t>
            </ns1:r>
          </ns1:p>
        </ns0:txBody>
      </ns0:sp>
      <ns0:sp>
        <ns0:nvSpPr>
          <ns0:cNvPr id="4" name="return">
            <ns1:extLst>
              <ns1:ext uri="{FF2B5EF4-FFF2-40B4-BE49-F238E27FC236}">
                <ns2:creationId id="{6C88B76F-4484-4CC2-BE00-9D3DD3E876F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572000"/>
            <ns1:ext cx="7715250" cy="1447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Tras un charco o una caída, vuelves</ns1:t>
            </ns1:r>
          </ns1:p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al inicio o al punto de control.</ns1:t>
            </ns1:r>
          </ns1:p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El reloj no vuelve a 120 segundos.</ns1:t>
            </ns1:r>
          </ns1:p>
        </ns0:txBody>
      </ns0:sp>
      <ns0:pic>
        <ns0:nvPicPr>
          <ns0:cNvPr id="5" name="">
            <ns1:extLst>
              <ns1:ext uri="{FF2B5EF4-FFF2-40B4-BE49-F238E27FC236}">
                <ns2:creationId id="{35972E9A-073A-4AD9-831B-630785760B3F}"/>
              </ns1:ext>
            </ns1:extLst>
          </ns0:cNvPr>
          <ns0:cNvPicPr>
            <ns1:picLocks noChangeAspect="1"/>
          </ns0:cNvPicPr>
          <ns0:nvPr/>
        </ns0:nvPicPr>
        <ns0:blipFill>
          <ns1:blip ns3:embed="R039ee2a7cb18454b"/>
          <ns1:stretch/>
        </ns0:blipFill>
        <ns0:spPr>
          <ns1:xfrm>
            <ns1:off x="9156197" y="1714500"/>
            <ns1:ext cx="1928232" cy="3952875"/>
          </ns1:xfrm>
          <ns1:prstGeom prst="rect">
            <ns1:avLst/>
          </ns1:prstGeom>
        </ns0:spPr>
      </ns0:pic>
      <ns0:sp>
        <ns0:nvSpPr>
          <ns0:cNvPr id="6" name="link_to_2_21">
            <ns1:extLst>
              <ns1:ext uri="{FF2B5EF4-FFF2-40B4-BE49-F238E27FC236}">
                <ns2:creationId id="{F12F4201-C664-45CA-B923-7EB8538F1805}"/>
              </ns1:ext>
            </ns1:extLst>
            <ns1:hlinkClick ns3:id="rIdNav22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7" name="link_to_6_22">
            <ns1:extLst>
              <ns1:ext uri="{FF2B5EF4-FFF2-40B4-BE49-F238E27FC236}">
                <ns2:creationId id="{1C207321-6F7B-428E-9D5B-FC5036BA45DA}"/>
              </ns1:ext>
            </ns1:extLst>
            <ns1:hlinkClick ns3:id="rIdNav23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8" name="link_to_8_23">
            <ns1:extLst>
              <ns1:ext uri="{FF2B5EF4-FFF2-40B4-BE49-F238E27FC236}">
                <ns2:creationId id="{4CA7A8D6-3AA4-4CFB-B8D7-DB7D736ADE1B}"/>
              </ns1:ext>
            </ns1:extLst>
            <ns1:hlinkClick ns3:id="rIdNav24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392185801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32118C1C-FA6A-40E8-B053-54814EBEC07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Tu objetivo es llegar a META</ns1:t>
            </ns1:r>
          </ns1:p>
        </ns0:txBody>
      </ns0:sp>
      <ns0:sp>
        <ns0:nvSpPr>
          <ns0:cNvPr id="2" name="finish">
            <ns1:extLst>
              <ns1:ext uri="{FF2B5EF4-FFF2-40B4-BE49-F238E27FC236}">
                <ns2:creationId id="{CEB0DA8F-3A68-44F5-97A4-673C0599D03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762125"/>
            <ns1:ext cx="76200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3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33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330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Alcanza la bandera</ns1:t>
            </ns1:r>
          </ns1:p>
        </ns0:txBody>
      </ns0:sp>
      <ns0:sp>
        <ns0:nvSpPr>
          <ns0:cNvPr id="3" name="condition">
            <ns1:extLst>
              <ns1:ext uri="{FF2B5EF4-FFF2-40B4-BE49-F238E27FC236}">
                <ns2:creationId id="{7C2FAF90-6759-4AC4-9B7C-30C23BB602B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809875"/>
            <ns1:ext cx="7667625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Debes llegar apoyado en el suelo,</ns1:t>
            </ns1:r>
          </ns1:p>
          <ns1:p>
            <ns1:pPr>
              <ns1:def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con vidas y tiempo disponibles.</ns1:t>
            </ns1:r>
          </ns1:p>
        </ns0:txBody>
      </ns0:sp>
      <ns0:sp>
        <ns0:nvSpPr>
          <ns0:cNvPr id="4" name="result">
            <ns1:extLst>
              <ns1:ext uri="{FF2B5EF4-FFF2-40B4-BE49-F238E27FC236}">
                <ns2:creationId id="{3A78F939-D534-47FF-801C-EF835EBCD2A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7667625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Aparecerá Demo completada</ns1:t>
            </ns1:r>
          </ns1:p>
          <ns1:p>
            <ns1:pPr>
              <ns1:def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con tus monedas, puntos y bonus.</ns1:t>
            </ns1:r>
          </ns1:p>
        </ns0:txBody>
      </ns0:sp>
      <ns0:sp>
        <ns0:nvSpPr>
          <ns0:cNvPr id="5" name="again">
            <ns1:extLst>
              <ns1:ext uri="{FF2B5EF4-FFF2-40B4-BE49-F238E27FC236}">
                <ns2:creationId id="{BC951E70-05F0-4C89-B23F-7BB59889DCB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572125"/>
            <ns1:ext cx="7715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Después puedes volver a jugar o ir al menú.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59D0AD55-D186-4635-A4C9-BB5625497A45}"/>
              </ns1:ext>
            </ns1:extLst>
          </ns0:cNvPr>
          <ns0:cNvPicPr>
            <ns1:picLocks noChangeAspect="1"/>
          </ns0:cNvPicPr>
          <ns0:nvPr/>
        </ns0:nvPicPr>
        <ns0:blipFill>
          <ns1:blip ns3:embed="R12743e82a0ef4803"/>
          <ns1:stretch/>
        </ns0:blipFill>
        <ns0:spPr>
          <ns1:xfrm>
            <ns1:off x="8953500" y="1945080"/>
            <ns1:ext cx="2190750" cy="3253589"/>
          </ns1:xfrm>
          <ns1:prstGeom prst="rect">
            <ns1:avLst/>
          </ns1:prstGeom>
        </ns0:spPr>
      </ns0:pic>
      <ns0:sp>
        <ns0:nvSpPr>
          <ns0:cNvPr id="7" name="link_to_2_24">
            <ns1:extLst>
              <ns1:ext uri="{FF2B5EF4-FFF2-40B4-BE49-F238E27FC236}">
                <ns2:creationId id="{C977CE23-A438-465C-AAC8-3284F582D73B}"/>
              </ns1:ext>
            </ns1:extLst>
            <ns1:hlinkClick ns3:id="rIdNav25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7_25">
            <ns1:extLst>
              <ns1:ext uri="{FF2B5EF4-FFF2-40B4-BE49-F238E27FC236}">
                <ns2:creationId id="{121D0C16-7274-4E64-8A24-54F72C8709E2}"/>
              </ns1:ext>
            </ns1:extLst>
            <ns1:hlinkClick ns3:id="rIdNav26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9_26">
            <ns1:extLst>
              <ns1:ext uri="{FF2B5EF4-FFF2-40B4-BE49-F238E27FC236}">
                <ns2:creationId id="{0C92A128-6A1F-46C8-AA76-CDC3FB4256BE}"/>
              </ns1:ext>
            </ns1:extLst>
            <ns1:hlinkClick ns3:id="rIdNav27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154547731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heading">
            <ns1:extLst>
              <ns1:ext uri="{FF2B5EF4-FFF2-40B4-BE49-F238E27FC236}">
                <ns2:creationId id="{34461E85-59B9-4E91-8C1E-634C170E42A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Pausa y menú</ns1:t>
            </ns1:r>
          </ns1:p>
        </ns0:txBody>
      </ns0:sp>
      <ns0:sp>
        <ns0:nvSpPr>
          <ns0:cNvPr id="2" name="pause">
            <ns1:extLst>
              <ns1:ext uri="{FF2B5EF4-FFF2-40B4-BE49-F238E27FC236}">
                <ns2:creationId id="{7792B8F9-F0FE-4970-B58E-68CEA83C770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552575"/>
            <ns1:ext cx="10668000" cy="628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Pulsa Esc o el botón PAUSA</ns1:t>
            </ns1:r>
          </ns1:p>
        </ns0:txBody>
      </ns0:sp>
      <ns0:sp>
        <ns0:nvSpPr>
          <ns0:cNvPr id="3" name="option-0">
            <ns1:extLst>
              <ns1:ext uri="{FF2B5EF4-FFF2-40B4-BE49-F238E27FC236}">
                <ns2:creationId id="{6B9D1A2E-880E-4BA8-A99F-7EB9E0E9661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667000"/>
            <ns1:ext cx="81915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CONTINUAR: sigue desde donde estabas.</ns1:t>
            </ns1:r>
          </ns1:p>
        </ns0:txBody>
      </ns0:sp>
      <ns0:sp>
        <ns0:nvSpPr>
          <ns0:cNvPr id="4" name="option-1">
            <ns1:extLst>
              <ns1:ext uri="{FF2B5EF4-FFF2-40B4-BE49-F238E27FC236}">
                <ns2:creationId id="{A0FAC004-5203-465E-B600-BA696D12D89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371850"/>
            <ns1:ext cx="81915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REINICIAR: empieza una partida nueva.</ns1:t>
            </ns1:r>
          </ns1:p>
        </ns0:txBody>
      </ns0:sp>
      <ns0:sp>
        <ns0:nvSpPr>
          <ns0:cNvPr id="5" name="option-2">
            <ns1:extLst>
              <ns1:ext uri="{FF2B5EF4-FFF2-40B4-BE49-F238E27FC236}">
                <ns2:creationId id="{2AD86B06-8F48-4864-8DE5-57DA41BE52F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076700"/>
            <ns1:ext cx="81915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CÓMO JUGAR: repasa las instrucciones.</ns1:t>
            </ns1:r>
          </ns1:p>
        </ns0:txBody>
      </ns0:sp>
      <ns0:sp>
        <ns0:nvSpPr>
          <ns0:cNvPr id="6" name="option-3">
            <ns1:extLst>
              <ns1:ext uri="{FF2B5EF4-FFF2-40B4-BE49-F238E27FC236}">
                <ns2:creationId id="{3A5C8F36-B71D-4862-AE89-2CF62776CD7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781550"/>
            <ns1:ext cx="81915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MENÚ: pide confirmar la salida.</ns1:t>
            </ns1:r>
          </ns1:p>
        </ns0:txBody>
      </ns0:sp>
      <ns0:sp>
        <ns0:nvSpPr>
          <ns0:cNvPr id="7" name="clock">
            <ns1:extLst>
              <ns1:ext uri="{FF2B5EF4-FFF2-40B4-BE49-F238E27FC236}">
                <ns2:creationId id="{D6197ACD-ABAE-481E-A906-F19E977A892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67375"/>
            <ns1:ext cx="81915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0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0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2100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La pausa y la ayuda detienen el reloj.</ns1:t>
            </ns1:r>
          </ns1:p>
        </ns0:txBody>
      </ns0:sp>
      <ns0:pic>
        <ns0:nvPicPr>
          <ns0:cNvPr id="8" name="">
            <ns1:extLst>
              <ns1:ext uri="{FF2B5EF4-FFF2-40B4-BE49-F238E27FC236}">
                <ns2:creationId id="{02037A92-F93F-4F2F-8317-540B301A5213}"/>
              </ns1:ext>
            </ns1:extLst>
          </ns0:cNvPr>
          <ns0:cNvPicPr>
            <ns1:picLocks noChangeAspect="1"/>
          </ns0:cNvPicPr>
          <ns0:nvPr/>
        </ns0:nvPicPr>
        <ns0:blipFill>
          <ns1:blip ns3:embed="R429ed149be654a45"/>
          <ns1:stretch/>
        </ns0:blipFill>
        <ns0:spPr>
          <ns1:xfrm>
            <ns1:off x="9764375" y="2714625"/>
            <ns1:ext cx="1378624" cy="2667000"/>
          </ns1:xfrm>
          <ns1:prstGeom prst="rect">
            <ns1:avLst/>
          </ns1:prstGeom>
        </ns0:spPr>
      </ns0:pic>
      <ns0:sp>
        <ns0:nvSpPr>
          <ns0:cNvPr id="9" name="link_to_2_27">
            <ns1:extLst>
              <ns1:ext uri="{FF2B5EF4-FFF2-40B4-BE49-F238E27FC236}">
                <ns2:creationId id="{AF783344-C34E-4AFA-8A9F-9F6817BFD543}"/>
              </ns1:ext>
            </ns1:extLst>
            <ns1:hlinkClick ns3:id="rIdNav28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10" name="link_to_8_28">
            <ns1:extLst>
              <ns1:ext uri="{FF2B5EF4-FFF2-40B4-BE49-F238E27FC236}">
                <ns2:creationId id="{EBB1B061-4269-4FA0-A0C8-77D405F9B982}"/>
              </ns1:ext>
            </ns1:extLst>
            <ns1:hlinkClick ns3:id="rIdNav29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1" name="link_to_10_29">
            <ns1:extLst>
              <ns1:ext uri="{FF2B5EF4-FFF2-40B4-BE49-F238E27FC236}">
                <ns2:creationId id="{12E4252F-48F9-4D04-903F-FB526532FD57}"/>
              </ns1:ext>
            </ns1:extLst>
            <ns1:hlinkClick ns3:id="rIdNav30" action="ppaction://hlinksldjump"/>
          </ns0:cNvPr>
          <ns0:cNvSpPr>
            <ns1:spLocks noGrp="1"/>
          </ns0:cNvSpPr>
          <ns0:nvPr/>
        </ns0:nvSpPr>
        <ns0:spPr>
          <ns1:xfrm>
            <ns1:off x="9810750" y="6286500"/>
            <ns1:ext cx="176212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786284658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A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heading">
            <ns1:extLst>
              <ns1:ext uri="{FF2B5EF4-FFF2-40B4-BE49-F238E27FC236}">
                <ns2:creationId id="{9E867A37-9A45-485D-9638-9F58C917DD0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0050"/>
            <ns1:ext cx="108204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153F31"/>
                </ns1:solidFill>
                <ns1:latin typeface="Georgia"/>
                <ns1:ea typeface="Georgia"/>
                <ns1:cs typeface="Georgia"/>
              </ns1:rPr>
              <ns1:t>Tu primer intento</ns1:t>
            </ns1:r>
          </ns1:p>
        </ns0:txBody>
      </ns0:sp>
      <ns0:sp>
        <ns0:nvSpPr>
          <ns0:cNvPr id="2" name="step-0">
            <ns1:extLst>
              <ns1:ext uri="{FF2B5EF4-FFF2-40B4-BE49-F238E27FC236}">
                <ns2:creationId id="{75656AB8-3EB3-4650-88E9-4587D58CCD8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09750"/>
            <ns1:ext cx="76200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1.  Elige Jugar y espera el aviso inicial.</ns1:t>
            </ns1:r>
          </ns1:p>
        </ns0:txBody>
      </ns0:sp>
      <ns0:sp>
        <ns0:nvSpPr>
          <ns0:cNvPr id="3" name="step-1">
            <ns1:extLst>
              <ns1:ext uri="{FF2B5EF4-FFF2-40B4-BE49-F238E27FC236}">
                <ns2:creationId id="{1DD6725D-62C5-4871-ACE8-CBC44F2AAE2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667000"/>
            <ns1:ext cx="76200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2.  Avanza con ← / → y salta con ↑.</ns1:t>
            </ns1:r>
          </ns1:p>
        </ns0:txBody>
      </ns0:sp>
      <ns0:sp>
        <ns0:nvSpPr>
          <ns0:cNvPr id="4" name="step-2">
            <ns1:extLst>
              <ns1:ext uri="{FF2B5EF4-FFF2-40B4-BE49-F238E27FC236}">
                <ns2:creationId id="{E6AAA204-51EA-4EE3-B333-E416E7D96F1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524250"/>
            <ns1:ext cx="76200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28483B"/>
                </ns1:solidFill>
                <ns1:latin typeface="Segoe UI"/>
                <ns1:ea typeface="Segoe UI"/>
                <ns1:cs typeface="Segoe UI"/>
              </ns1:rPr>
              <ns1:t>3.  Esquiva peligros y hechizos; cuida tus vidas.</ns1:t>
            </ns1:r>
          </ns1:p>
        </ns0:txBody>
      </ns0:sp>
      <ns0:sp>
        <ns0:nvSpPr>
          <ns0:cNvPr id="5" name="step-3">
            <ns1:extLst>
              <ns1:ext uri="{FF2B5EF4-FFF2-40B4-BE49-F238E27FC236}">
                <ns2:creationId id="{DBDA070E-EF94-41F7-8B8E-029EC95776F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81500"/>
            <ns1:ext cx="76200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1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4.  Busca la bandera antes de quedarte sin tiempo.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705DE5DC-9336-4E88-A37F-754AF73CF4C7}"/>
              </ns1:ext>
            </ns1:extLst>
          </ns0:cNvPr>
          <ns0:cNvPicPr>
            <ns1:picLocks noChangeAspect="1"/>
          </ns0:cNvPicPr>
          <ns0:nvPr/>
        </ns0:nvPicPr>
        <ns0:blipFill>
          <ns1:blip ns3:embed="R0d948a88122e44a1"/>
          <ns1:stretch/>
        </ns0:blipFill>
        <ns0:spPr>
          <ns1:xfrm>
            <ns1:off x="8934450" y="2238375"/>
            <ns1:ext cx="2571750" cy="2571750"/>
          </ns1:xfrm>
          <ns1:prstGeom prst="rect">
            <ns1:avLst/>
          </ns1:prstGeom>
        </ns0:spPr>
      </ns0:pic>
      <ns0:sp>
        <ns0:nvSpPr>
          <ns0:cNvPr id="7" name="credits">
            <ns1:extLst>
              <ns1:ext uri="{FF2B5EF4-FFF2-40B4-BE49-F238E27FC236}">
                <ns2:creationId id="{B762A43C-DF37-47C9-A979-17BF48532CB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19750"/>
            <ns1:ext cx="10477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025" b="0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025" b="0">
                <ns1:solidFill>
                  <ns1:srgbClr val="153F31"/>
                </ns1:solidFill>
                <ns1:latin typeface="Segoe UI"/>
                <ns1:ea typeface="Segoe UI"/>
                <ns1:cs typeface="Segoe UI"/>
              </ns1:defRPr>
            </ns1:pPr>
            <ns1:r>
              <ns1:rPr sz="2025" b="0">
                <ns1:solidFill>
                  <ns1:srgbClr val="153F31"/>
                </ns1:solidFill>
                <ns1:latin typeface="Segoe UI"/>
                <ns1:ea typeface="Segoe UI"/>
                <ns1:cs typeface="Segoe UI"/>
              </ns1:rPr>
              <ns1:t>Monkey Games · Proyecto escolar en Construct 2</ns1:t>
            </ns1:r>
          </ns1:p>
        </ns0:txBody>
      </ns0:sp>
      <ns0:sp>
        <ns0:nvSpPr>
          <ns0:cNvPr id="8" name="link_to_2_30">
            <ns1:extLst>
              <ns1:ext uri="{FF2B5EF4-FFF2-40B4-BE49-F238E27FC236}">
                <ns2:creationId id="{7EA6A602-FAFD-444D-B451-125DE95DAD9B}"/>
              </ns1:ext>
            </ns1:extLst>
            <ns1:hlinkClick ns3:id="rIdNav31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9" name="link_to_9_31">
            <ns1:extLst>
              <ns1:ext uri="{FF2B5EF4-FFF2-40B4-BE49-F238E27FC236}">
                <ns2:creationId id="{F00A59D2-1EAF-4D8F-9373-1819739FE3FA}"/>
              </ns1:ext>
            </ns1:extLst>
            <ns1:hlinkClick ns3:id="rIdNav32" action="ppaction://hlinksldjump"/>
          </ns0:cNvPr>
          <ns0:cNvSpPr>
            <ns1:spLocks noGrp="1"/>
          </ns0:cNvSpPr>
          <ns0:nvPr/>
        </ns0:nvSpPr>
        <ns0:spPr>
          <ns1:xfrm>
            <ns1:off x="8096250" y="6286500"/>
            <ns1:ext cx="1619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0" name="link_to_1_32">
            <ns1:extLst>
              <ns1:ext uri="{FF2B5EF4-FFF2-40B4-BE49-F238E27FC236}">
                <ns2:creationId id="{9E299363-D746-4A6F-89F2-C77EA025E83C}"/>
              </ns1:ext>
            </ns1:extLst>
            <ns1:hlinkClick ns3:id="rIdNav33" action="ppaction://hlinksldjump"/>
          </ns0:cNvPr>
          <ns0:cNvSpPr>
            <ns1:spLocks noGrp="1"/>
          </ns0:cNvSpPr>
          <ns0:nvPr/>
        </ns0:nvSpPr>
        <ns0:spPr>
          <ns1:xfrm>
            <ns1:off x="9620250" y="6286500"/>
            <ns1:ext cx="21907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926813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926813"/>
                </ns1:solidFill>
                <ns1:latin typeface="Segoe UI"/>
                <ns1:ea typeface="Segoe UI"/>
                <ns1:cs typeface="Segoe UI"/>
              </ns1:rPr>
              <ns1:t>Volver al inicio</ns1:t>
            </ns1:r>
          </ns1:p>
        </ns0:txBody>
      </ns0:sp>
    </ns0:spTree>
    <ns0:extLst>
      <ns0:ext uri="{BB962C8B-B14F-4D97-AF65-F5344CB8AC3E}">
        <ns4:creationId val="156187875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2026-10-17T13:38:36.0050000Z</dcterms:created>
  <dcterms:modified xsi:type="dcterms:W3CDTF">2026-10-17T13:38:36.0060000Z</dcterms:modified>
</coreProperties>
</file>